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day everyone. Today I'm excited to present PetSocial—a purpose-built mobile social app designed specifically for pets and pet parents, integrating cutting-edge AI features with clean, human-centered UI/UX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our UI/UX sessions, my biggest takeaway was that design isn't just decoration—it's empathy. We applied thumb-zone navigation, warm calming color palettes, and privacy-first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platforms treat pets as an afterthought. Pet parents struggle with disorganized medical logs and frantic lost-pet searches. PetSocial provides a dedicated home for both pet identity and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user flows prioritize speed and emotion. Pet parents can switch seamlessly between their human profile and pet passport with one tap, keeping medical records always at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standout innovation: the PawAI suite. Unlike Instagram, we provide active computer vision diagnostics and instant emergency triage when a pet ingests something harmful.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Socializing pets can be risky if energy levels clash. Our AI Harmony Matcher checks behavioral compatibility before dogs meet in the park, ensuring safe and fun playdates.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creation is fun and effortless. Our built-in AI Caption Writer generates witty captions in the pet's voice, driving higher engagement across the community.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is central to PetSocial. When a pet goes missing, a 5-mile emergency alert is broadcasted immediately, transforming the neighborhood into an active search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a robust design token system supporting both warm daylight mode and high-contrast dark mode with zero layout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time. PetSocial demonstrates how UI/UX and AI can combine to create meaningful, joyful products. I welcome any questions and would love to show the live prototype!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61104" y="1005840"/>
            <a:ext cx="3657600" cy="411480"/>
          </a:xfrm>
          <a:prstGeom prst="roundRect">
            <a:avLst/>
          </a:prstGeom>
          <a:solidFill>
            <a:srgbClr val="2A1C14"/>
          </a:solidFill>
          <a:ln w="12700">
            <a:solidFill>
              <a:srgbClr val="F4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SESSION-01: UI/UX PRESENTATION (5 MINS)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600">
                <a:solidFill>
                  <a:srgbClr val="FAF7F2"/>
                </a:solidFill>
                <a:latin typeface="Segoe UI"/>
              </a:defRPr>
            </a:pPr>
            <a:r>
              <a:t>PetSocial — The Next-Gen</a:t>
            </a:r>
            <a:br/>
            <a:r>
              <a:t>AI-Powered Pet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1500">
                <a:solidFill>
                  <a:srgbClr val="A3968D"/>
                </a:solidFill>
                <a:latin typeface="Segoe UI"/>
              </a:defRPr>
            </a:pPr>
            <a:r>
              <a:t>"A mobile-first social ecosystem empowering pet parents with dedicated pet profiles, 24/7 AI health triage, and community safety networks."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2367" y="4526280"/>
            <a:ext cx="3200400" cy="1005840"/>
          </a:xfrm>
          <a:prstGeom prst="roundRect">
            <a:avLst/>
          </a:prstGeom>
          <a:solidFill>
            <a:srgbClr val="201D1A"/>
          </a:solidFill>
          <a:ln w="19050">
            <a:solidFill>
              <a:srgbClr val="F4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2367" y="4636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4915C"/>
                </a:solidFill>
                <a:latin typeface="Segoe UI"/>
              </a:defRPr>
            </a:pPr>
            <a:r>
              <a:t>TEAM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367" y="4965192"/>
            <a:ext cx="32004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AF7F2"/>
                </a:solidFill>
                <a:latin typeface="Segoe UI"/>
              </a:defRPr>
            </a:pPr>
            <a:r>
              <a:t>Abu Zafor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5647" y="4526280"/>
            <a:ext cx="3200400" cy="1005840"/>
          </a:xfrm>
          <a:prstGeom prst="roundRect">
            <a:avLst/>
          </a:prstGeom>
          <a:solidFill>
            <a:srgbClr val="201D1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4636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647" y="4965192"/>
            <a:ext cx="32004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AF7F2"/>
                </a:solidFill>
                <a:latin typeface="Segoe UI"/>
              </a:defRPr>
            </a:pPr>
            <a:r>
              <a:t>Nadim Rahman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78927" y="4526280"/>
            <a:ext cx="3200400" cy="1005840"/>
          </a:xfrm>
          <a:prstGeom prst="roundRect">
            <a:avLst/>
          </a:prstGeom>
          <a:solidFill>
            <a:srgbClr val="201D1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8927" y="4636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t>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927" y="4965192"/>
            <a:ext cx="32004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AF7F2"/>
                </a:solidFill>
                <a:latin typeface="Segoe UI"/>
              </a:defRPr>
            </a:pPr>
            <a:r>
              <a:t>Rizvi Sarker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5669280"/>
            <a:ext cx="4873752" cy="548640"/>
          </a:xfrm>
          <a:prstGeom prst="roundRect">
            <a:avLst/>
          </a:prstGeom>
          <a:solidFill>
            <a:srgbClr val="2A1C14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A3968D"/>
                </a:solidFill>
                <a:latin typeface="Segoe UI"/>
              </a:defRPr>
            </a:pPr>
            <a:r>
              <a:t>Vue.js 3 + Vite   |   UI/UX Session-01   |   Duration: 5 Mins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🐾 PetSocial (Nuzzle)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2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2 • UI/UX PRINCIPLES &amp;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Key Learnings from the UI/UX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766560" cy="10515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643737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1. Purpose-Driven Information Architecture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Eliminated visual clutter common in generic social apps. Every component serves an explicit pet welfare need (Health, Lost Alerts, Playdates).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62072"/>
            <a:ext cx="6766560" cy="10515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971800"/>
            <a:ext cx="643737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2. Warm, Emotionally Resonant Aesthetic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Adopted warm paper tokens (#FFFCF9) and soft coral (#F4915C) to evoke warmth, care, and trustworthiness rather than cold tech interfaces.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32504"/>
            <a:ext cx="6766560" cy="10515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142232"/>
            <a:ext cx="643737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3. Thumb-Zone Mobile Ergonomics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Bottom navigation bar, floating action buttons, and swipeable bottom sheets designed for single-hand mobile interactions.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02936"/>
            <a:ext cx="6766560" cy="10515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312664"/>
            <a:ext cx="643737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4. Privacy &amp; Anonymity by Design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Separation of Owner identity vs Pet identity, giving users seamless Ghost Mode controls without losing app functionality.</a:t>
            </a:r>
          </a:p>
        </p:txBody>
      </p:sp>
      <p:pic>
        <p:nvPicPr>
          <p:cNvPr id="15" name="Picture 14" descr="01_home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00200"/>
            <a:ext cx="3840480" cy="78555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🐾 PetSocial (Nuzzle)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3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3 • PROBLEM STATEMENT &amp; PERSONAS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Problem Statement &amp; Target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76656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643737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⚠️ The Problem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Generic social media (Instagram, TikTok) mixes pet content with human clutter. Pet parents lack a dedicated space for health records, emergency lost alerts, and neighborhood pet compatibility.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676656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643737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👩‍🦰 Persona 1: The Devoted Pet Parent (Alex)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Wants a dedicated digital journal for her Golden Retriever, needs 24/7 symptom advice, and loves sharing daily milestones with fellow dog lovers.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676656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643737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👨‍⚕️ Persona 2: The Community Adopter &amp; Vet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Needs a trustworthy channel to publish adoptable pets, verify medical passports, and offer slot bookings without scheduling chaos.</a:t>
            </a:r>
          </a:p>
        </p:txBody>
      </p:sp>
      <p:pic>
        <p:nvPicPr>
          <p:cNvPr id="13" name="Picture 12" descr="13_dual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00200"/>
            <a:ext cx="3840480" cy="78555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🐾 PetSocial (Nuzzle)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4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4 • DESIGN PROCESS &amp;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Design Process &amp; User 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1. User Research &amp; Empathy Mapping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Identified top friction points: emergency panic when a pet is lost, vet booking delays, and uncertainty over toxic foods.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2. Dual-Persona Architecture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Designed a switchable profile system where the Pet has its own followers and posts, decoupled from the owner's private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3. AI-First Interaction Layer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Positioned PawAI directly in the bottom navigation for 1-tap access to health vision scanning and symptom triage.</a:t>
            </a:r>
          </a:p>
        </p:txBody>
      </p:sp>
      <p:pic>
        <p:nvPicPr>
          <p:cNvPr id="13" name="Picture 12" descr="14_pet_persona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2651760" cy="5424055"/>
          </a:xfrm>
          <a:prstGeom prst="rect">
            <a:avLst/>
          </a:prstGeom>
        </p:spPr>
      </p:pic>
      <p:pic>
        <p:nvPicPr>
          <p:cNvPr id="14" name="Picture 13" descr="15_health_pass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600200"/>
            <a:ext cx="2651760" cy="54240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🐾 PetSocial (Nuzzle)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5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5 • PROTOTYPE WALKTHROUGH — AI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✨ PawAI Pet Intelligence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8B5CF6"/>
                </a:solidFill>
                <a:latin typeface="Segoe UI"/>
              </a:defRPr>
            </a:pPr>
            <a:r>
              <a:t>🔬 PetScan AI (Vision &amp; Biometrics)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Neural vision analyzes breed purity (98.4%), Body Condition Score (BCS 5/9), coat health, and mood detection in real-time.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8B5CF6"/>
                </a:solidFill>
                <a:latin typeface="Segoe UI"/>
              </a:defRPr>
            </a:pPr>
            <a:r>
              <a:t>🩺 PawDoctor 24/7 Triage Chat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Immediate veterinary-trained symptom triage with automated severity flags (Low, Moderate, Critical Emergency).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8B5CF6"/>
                </a:solidFill>
                <a:latin typeface="Segoe UI"/>
              </a:defRPr>
            </a:pPr>
            <a:r>
              <a:t>🎙️ Voice &amp; Emotion AI Translator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Captures bark/meow audio waveforms and translates pet feelings into entertaining, heartwarming thoughts.</a:t>
            </a:r>
          </a:p>
        </p:txBody>
      </p:sp>
      <p:pic>
        <p:nvPicPr>
          <p:cNvPr id="13" name="Picture 12" descr="03_pawai_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2651760" cy="5424055"/>
          </a:xfrm>
          <a:prstGeom prst="rect">
            <a:avLst/>
          </a:prstGeom>
        </p:spPr>
      </p:pic>
      <p:pic>
        <p:nvPicPr>
          <p:cNvPr id="14" name="Picture 13" descr="04_pawai_tri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600200"/>
            <a:ext cx="2651760" cy="54240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🐾 PetSocial (Nuzzle)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6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5 • PROTOTYPE WALKTHROUGH — SOCIAL &amp; AI PLAYDATES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AI Playdate Matcher &amp; Voice Translator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6366F1"/>
                </a:solidFill>
                <a:latin typeface="Segoe UI"/>
              </a:defRPr>
            </a:pPr>
            <a:r>
              <a:t>⚡ Playdate Harmony Engine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Calculates behavioral synergy (e.g. 96% Match between Waffles &amp; Oliver) by matching energy levels and play styles.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6366F1"/>
                </a:solidFill>
                <a:latin typeface="Segoe UI"/>
              </a:defRPr>
            </a:pPr>
            <a:r>
              <a:t>💬 Direct Chat with Instant Scheduling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1-tap playdate invitations, encrypted messaging, and simulated real-time neighborhood coordination.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6366F1"/>
                </a:solidFill>
                <a:latin typeface="Segoe UI"/>
              </a:defRPr>
            </a:pPr>
            <a:r>
              <a:t>🎨 Magic Pet Portrait Studio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Generative AI transforms pet photos into Pixar 3D, Cyberpunk, and Renaissance fine art avatars.</a:t>
            </a:r>
          </a:p>
        </p:txBody>
      </p:sp>
      <p:pic>
        <p:nvPicPr>
          <p:cNvPr id="13" name="Picture 12" descr="06_pawai_mat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2651760" cy="5424055"/>
          </a:xfrm>
          <a:prstGeom prst="rect">
            <a:avLst/>
          </a:prstGeom>
        </p:spPr>
      </p:pic>
      <p:pic>
        <p:nvPicPr>
          <p:cNvPr id="14" name="Picture 13" descr="05_pawai_trans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600200"/>
            <a:ext cx="2651760" cy="54240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🐾 PetSocial (Nuzzle)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7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5 • PROTOTYPE WALKTHROUGH — MEDIA &amp; FEED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Stories, Reels &amp; AI First-Person Captions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📸 Interactive Story Rings &amp; Viewer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Auto-advancing 24h stories with progress bars, tap navigation, hold-to-pause, and direct story replies.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✍️ AI First-Person Caption Writer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1-tap generative caption tones (Silly, Sweet, Dramatic, Poetic) written from the pet's perspective.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❤️ Haptic Double-Tap Micro-Interactions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Double-tap photo for floating heart burst animation, hashtag discovery, and identity-switched comments.</a:t>
            </a:r>
          </a:p>
        </p:txBody>
      </p:sp>
      <p:pic>
        <p:nvPicPr>
          <p:cNvPr id="13" name="Picture 12" descr="02_story_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2651760" cy="5424055"/>
          </a:xfrm>
          <a:prstGeom prst="rect">
            <a:avLst/>
          </a:prstGeom>
        </p:spPr>
      </p:pic>
      <p:pic>
        <p:nvPicPr>
          <p:cNvPr id="14" name="Picture 13" descr="16_post_creation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600200"/>
            <a:ext cx="2651760" cy="54240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🐾 PetSocial (Nuzzle)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8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5 • PROTOTYPE WALKTHROUGH — SAFETY &amp;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Emergency Alert Network &amp; Adoption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3F5E"/>
                </a:solidFill>
                <a:latin typeface="Segoe UI"/>
              </a:defRPr>
            </a:pPr>
            <a:r>
              <a:t>🚨 5-Mile Emergency Broadcast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Instant lost pet alerts pushed to nearby users with location markers, reward tags, and 1-tap call buttons.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🏡 Verified Pet Adoption Center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Filter by species, temperament tags, and vaccination status with direct shelter inquiry messaging.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10B981"/>
                </a:solidFill>
                <a:latin typeface="Segoe UI"/>
              </a:defRPr>
            </a:pPr>
            <a:r>
              <a:t>🏥 Conflict-Free Vet Booking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Real-time slot calendar that prevents double bookings and syncs with the Pet Health Passport.</a:t>
            </a:r>
          </a:p>
        </p:txBody>
      </p:sp>
      <p:pic>
        <p:nvPicPr>
          <p:cNvPr id="13" name="Picture 12" descr="09_lost_and_f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2651760" cy="5424055"/>
          </a:xfrm>
          <a:prstGeom prst="rect">
            <a:avLst/>
          </a:prstGeom>
        </p:spPr>
      </p:pic>
      <p:pic>
        <p:nvPicPr>
          <p:cNvPr id="14" name="Picture 13" descr="08_explore_commun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600200"/>
            <a:ext cx="2651760" cy="54240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🐾 PetSocial (Nuzzle)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9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5 • DESIGN SYSTEM &amp; THEMING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Design System, Typography &amp; Dark Mode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76656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643737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10B981"/>
                </a:solidFill>
                <a:latin typeface="Segoe UI"/>
              </a:defRPr>
            </a:pPr>
            <a:r>
              <a:t>🎨 Harmonious Color Palette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Warm paper background (#FFFCF9), Coral Primary (#F4915C), Emerald for verified health, and Obsidian Dark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676656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643737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🔤 Modern Typography Scale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Plus Jakarta Sans for crisp readability + Outfit for bold, friendly headings and brand identity.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676656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643737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8B5CF6"/>
                </a:solidFill>
                <a:latin typeface="Segoe UI"/>
              </a:defRPr>
            </a:pPr>
            <a:r>
              <a:t>🌙 True Dark Mode (#181615)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Reduced eye strain during nighttime pet logs and evening walks, preserving battery life on OLED screens.</a:t>
            </a:r>
          </a:p>
        </p:txBody>
      </p:sp>
      <p:pic>
        <p:nvPicPr>
          <p:cNvPr id="13" name="Picture 12" descr="17_dark_theme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00200"/>
            <a:ext cx="3840480" cy="78555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🐾 PetSocial (Nuzzle)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10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6 • CONCLUSION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Conclusion &amp; Future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2179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58887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🎓 What We Learned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Domain-specific social UX succeeds when it solves real emotional and practical problems (health, safety, identity) rather than just copying generic feeds.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62179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58887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8B5CF6"/>
                </a:solidFill>
                <a:latin typeface="Segoe UI"/>
              </a:defRPr>
            </a:pPr>
            <a:r>
              <a:t>🚀 Planned Next Steps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• IoT Smart Collar GPS integration for live walk tracking</a:t>
            </a:r>
            <a:br/>
            <a:r>
              <a:t>• Real-time audio model integration for voice translator</a:t>
            </a:r>
            <a:br/>
            <a:r>
              <a:t>• Telehealth video calls with licensed veterinary clinics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62179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58887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10B981"/>
                </a:solidFill>
                <a:latin typeface="Segoe UI"/>
              </a:defRPr>
            </a:pPr>
            <a:r>
              <a:t>🐾 Closing Remark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"Pets are family. PetSocial gives them the dedicated, intelligent platform they deserve."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691640"/>
            <a:ext cx="4480560" cy="4389120"/>
          </a:xfrm>
          <a:prstGeom prst="roundRect">
            <a:avLst/>
          </a:prstGeom>
          <a:solidFill>
            <a:srgbClr val="0D0C0B"/>
          </a:solidFill>
          <a:ln w="19050">
            <a:solidFill>
              <a:srgbClr val="F4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4915C"/>
                </a:solidFill>
                <a:latin typeface="Segoe UI"/>
              </a:defRPr>
            </a:pPr>
            <a:br/>
            <a:r>
              <a:t>Thank You! 🐾</a:t>
            </a:r>
          </a:p>
          <a:p>
            <a:pPr algn="ctr">
              <a:defRPr sz="1400">
                <a:solidFill>
                  <a:srgbClr val="A3968D"/>
                </a:solidFill>
                <a:latin typeface="Segoe UI"/>
              </a:defRPr>
            </a:pPr>
            <a:r>
              <a:t>Questions &amp; Live Prototype Demo</a:t>
            </a:r>
            <a:br/>
            <a:br/>
          </a:p>
          <a:p>
            <a:pPr algn="ctr">
              <a:defRPr b="1" sz="1300">
                <a:solidFill>
                  <a:srgbClr val="FAF7F2"/>
                </a:solidFill>
                <a:latin typeface="Segoe UI"/>
              </a:defRPr>
            </a:pPr>
            <a:r>
              <a:t>✨ PetSocial Vue 3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