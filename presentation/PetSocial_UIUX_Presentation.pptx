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day everyone. Today I'm excited to present PetSocial—a purpose-built mobile social app designed specifically for pets and pet parents, integrating cutting-edge AI features with clean, human-centered UI/UX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our UI/UX sessions, my biggest takeaway was that design isn't just decoration—it's empathy. We applied thumb-zone navigation, warm calming color palettes, and privacy-first anonymity.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platforms treat pets as an afterthought. Pet parents struggle with disorganized medical logs and frantic lost-pet searches. PetSocial provides a dedicated home for both pet identity and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user flows prioritize speed and emotion. Pet parents can switch seamlessly between their human profile and pet passport with one tap, keeping medical records always at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our standout innovation: the PawAI suite. Unlike Instagram, we provide active computer vision diagnostics and instant emergency triage when a pet ingests something harmful.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Socializing pets can be risky if energy levels clash. Our AI Harmony Matcher checks behavioral compatibility before dogs meet in the park, ensuring safe and fun playdates.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creation is fun and effortless. Our built-in AI Caption Writer generates witty captions in the pet's voice, driving higher engagement across the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central to PetSocial. When a pet goes missing, a 5-mile emergency alert is broadcasted immediately, transforming the neighborhood into an active search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a robust design token system supporting both warm daylight mode and high-contrast dark mode with zero layout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PetSocial demonstrates how UI/UX and AI can combine to create meaningful, joyful products. I welcome any questions and would love to show the live prototype!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914400"/>
            <a:ext cx="3383280" cy="411480"/>
          </a:xfrm>
          <a:prstGeom prst="roundRect">
            <a:avLst/>
          </a:prstGeom>
          <a:solidFill>
            <a:srgbClr val="2A1C14"/>
          </a:solidFill>
          <a:ln w="12700">
            <a:solidFill>
              <a:srgbClr val="F491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0" y="914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SESSION-01: UI/UX PRESENTATION (5 MINS)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155448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PetSocial — The Next-Gen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AI-Powered Pet Community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11680" y="32004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"A mobile-first social ecosystem empowering pet parents with dedicated pet profiles, 24/7 AI health triage, and community safety networks."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4572000"/>
            <a:ext cx="6309360" cy="7315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45720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👤 Presenter: Abu Zafor   •   📱 Prototype: Vue.js 3 + Vite   •   ⏱️ Duration: 5 Mins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2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2 • UI/UX PRINCIPLES &amp; INSIGHTS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Learnings from the UI/UX Session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6583680" cy="100584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28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Purpose-Driven Information Architecture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1214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Eliminated visual clutter common in generic social apps. Every component serves an explicit pet welfare need (Health, Lost Alerts, Playdates).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6583680" cy="100584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971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Warm, Emotionally Resonant Aesthetic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32644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Adopted warm paper tokens (#FFFCF9) and soft coral (#F4915C) to evoke warmth, care, and trustworthiness rather than cold tech interfaces.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6583680" cy="100584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114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Thumb-Zone Mobile Ergonomics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1520" y="44074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Bottom navigation bar, floating action buttons, and swipeable bottom sheets designed for single-hand mobile interactions.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6583680" cy="100584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257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4. Privacy &amp; Anonymity by Design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1520" y="55504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Separation of Owner identity vs Pet identity, giving users seamless Ghost Mode controls without losing app functionality.</a:t>
            </a:r>
            <a:endParaRPr lang="en-US" sz="1050" dirty="0"/>
          </a:p>
        </p:txBody>
      </p:sp>
      <p:pic>
        <p:nvPicPr>
          <p:cNvPr id="20" name="Image 0" descr="E:\nuzzle project\forntenduse vue js\presentation_screenshots\01_home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00200"/>
            <a:ext cx="2468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3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3 • PROBLEM STATEMENT &amp; PERSONAS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Statement &amp; Target Users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658368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⚠️ The Problem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Generic social media (Instagram, TikTok) mixes pet content with human clutter. Pet parents lack a dedicated space for health records, emergency lost alerts, and neighborhood pet compatibility.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658368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👩‍🦰 Persona 1: The Devoted Pet Parent (Alex)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Wants a dedicated digital journal for her Golden Retriever, needs 24/7 symptom advice, and loves sharing daily milestones with fellow dog lovers.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658368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👨‍⚕️ Persona 2: The Community Adopter &amp; Vet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Needs a trustworthy channel to publish adoptable pets, verify medical passports, and offer slot bookings without scheduling chaos.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13_dual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00200"/>
            <a:ext cx="2468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4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4 • DESIGN PROCESS &amp;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Design Process &amp; User Flows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User Research &amp; Empathy Mapping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Identified top friction points: emergency panic when a pet is lost, vet booking delays, and uncertainty over toxic foods.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Dual-Persona Architecture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Designed a switchable profile system where the Pet has its own followers and posts, decoupled from the owner's private account.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AI-First Interaction Layer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Positioned PawAI directly in the bottom navigation for 1-tap access to health vision scanning and symptom triage.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14_pet_persona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377440" cy="4754880"/>
          </a:xfrm>
          <a:prstGeom prst="rect">
            <a:avLst/>
          </a:prstGeom>
        </p:spPr>
      </p:pic>
      <p:pic>
        <p:nvPicPr>
          <p:cNvPr id="18" name="Image 1" descr="E:\nuzzle project\forntenduse vue js\presentation_screenshots\15_health_pass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377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5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5 • PROTOTYPE WALKTHROUGH — AI SUITE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✨ PawAI Pet Intelligence Suite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🔬 PetScan AI (Vision &amp; Biometrics)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Neural vision analyzes breed purity (98.4%), Body Condition Score (BCS 5/9), coat health, and mood detection in real-time.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🩺 PawDoctor 24/7 Triage Chat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Immediate veterinary-trained symptom triage with automated severity flags (Low, Moderate, Critical Emergency).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🎙️ Voice &amp; Emotion AI Translator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Captures bark/meow audio waveforms and translates pet feelings into entertaining, heartwarming thoughts.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03_pawai_sc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377440" cy="4754880"/>
          </a:xfrm>
          <a:prstGeom prst="rect">
            <a:avLst/>
          </a:prstGeom>
        </p:spPr>
      </p:pic>
      <p:pic>
        <p:nvPicPr>
          <p:cNvPr id="18" name="Image 1" descr="E:\nuzzle project\forntenduse vue js\presentation_screenshots\04_pawai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377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6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5 • PROTOTYPE WALKTHROUGH — SOCIAL &amp; AI PLAYDATES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Playdate Matcher &amp; Voice Translator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⚡ Playdate Harmony Engine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Calculates behavioral synergy (e.g. 96% Match between Waffles &amp; Oliver) by matching energy levels and play styles.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Direct Chat with Instant Scheduling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1-tap playdate invitations, encrypted messaging, and simulated real-time neighborhood coordination.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🎨 Magic Pet Portrait Studio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Generative AI transforms pet photos into Pixar 3D, Cyberpunk, and Renaissance fine art avatars.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06_pawai_mat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377440" cy="4754880"/>
          </a:xfrm>
          <a:prstGeom prst="rect">
            <a:avLst/>
          </a:prstGeom>
        </p:spPr>
      </p:pic>
      <p:pic>
        <p:nvPicPr>
          <p:cNvPr id="18" name="Image 1" descr="E:\nuzzle project\forntenduse vue js\presentation_screenshots\05_pawai_trans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377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7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5 • PROTOTYPE WALKTHROUGH — MEDIA &amp; FEED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Stories, Reels &amp; AI First-Person Captions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📸 Interactive Story Rings &amp; Viewer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Auto-advancing 24h stories with progress bars, tap navigation, hold-to-pause, and direct story replies.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AI First-Person Caption Writer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1-tap generative caption tones (Silly, Sweet, Dramatic, Poetic) written from the pet's perspective.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❤️ Haptic Double-Tap Micro-Interactions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Double-tap photo for floating heart burst animation, hashtag discovery, and identity-switched comments.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02_story_vie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377440" cy="4754880"/>
          </a:xfrm>
          <a:prstGeom prst="rect">
            <a:avLst/>
          </a:prstGeom>
        </p:spPr>
      </p:pic>
      <p:pic>
        <p:nvPicPr>
          <p:cNvPr id="18" name="Image 1" descr="E:\nuzzle project\forntenduse vue js\presentation_screenshots\16_post_creation_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377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8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5 • PROTOTYPE WALKTHROUGH — SAFETY &amp; ADOPTION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Emergency Alert Network &amp; Adoption Hub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🚨 5-Mile Emergency Broadcast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Instant lost pet alerts pushed to nearby users with location markers, reward tags, and 1-tap call buttons.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🏡 Verified Pet Adoption Center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Filter by species, temperament tags, and vaccination status with direct shelter inquiry messaging.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🏥 Conflict-Free Vet Booking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Real-time slot calendar that prevents double bookings and syncs with the Pet Health Passport.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09_lost_and_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377440" cy="4754880"/>
          </a:xfrm>
          <a:prstGeom prst="rect">
            <a:avLst/>
          </a:prstGeom>
        </p:spPr>
      </p:pic>
      <p:pic>
        <p:nvPicPr>
          <p:cNvPr id="18" name="Image 1" descr="E:\nuzzle project\forntenduse vue js\presentation_screenshots\08_explore_communit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377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9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5 • DESIGN SYSTEM &amp; THEMING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Design System, Typography &amp; Dark Mode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658368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🎨 Harmonious Color Palette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Warm paper background (#FFFCF9), Coral Primary (#F4915C), Emerald for verified health, and Obsidian Dark Mode.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658368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🔤 Modern Typography Scale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for crisp readability + Outfit for bold, friendly headings and brand identity.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658368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🌙 True Dark Mode (#181615)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Reduced eye strain during nighttime pet logs and evening walks, preserving battery life on OLED screens.</a:t>
            </a:r>
            <a:endParaRPr lang="en-US" sz="1100" dirty="0"/>
          </a:p>
        </p:txBody>
      </p:sp>
      <p:pic>
        <p:nvPicPr>
          <p:cNvPr id="17" name="Image 0" descr="E:\nuzzle project\forntenduse vue js\presentation_screenshots\17_dark_theme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00200"/>
            <a:ext cx="2468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PetSocial (Nuzzle)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10 / 10 • UI/UX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91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6 • CONCLUSION &amp; 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Conclusion &amp; Future Roadmap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62179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🎓 What We Learned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26771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Domain-specific social UX succeeds when it solves real emotional and practical problems (health, safety, identity) rather than just copying generic feeds.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62179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015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🚀 Planned Next Steps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IoT Smart Collar GPS integration for live walk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Real-time audio model integration for voice translator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Telehealth video calls with licensed veterinary clinics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6217920" cy="12801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Closing Remark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519379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"Pets are family. PetSocial gives them the dedicated, intelligent platform they deserve."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2011680"/>
            <a:ext cx="4206240" cy="3474720"/>
          </a:xfrm>
          <a:prstGeom prst="roundRect">
            <a:avLst/>
          </a:prstGeom>
          <a:solidFill>
            <a:srgbClr val="0D0C0B"/>
          </a:solidFill>
          <a:ln w="25400">
            <a:solidFill>
              <a:srgbClr val="332D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2560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91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You! 🐾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315200" y="3383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968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 &amp; Live Prototype Demo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46720" y="4114800"/>
            <a:ext cx="2743200" cy="54864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F491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✨ PetSocial Vue 3 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PetSocial (Nuzzle)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PetSocial — AI-Powered Mobile-First Pet Community App</dc:title>
  <dc:subject>Session-01 UI/UX Presentation</dc:subject>
  <dc:creator>Abu Zafor</dc:creator>
  <cp:lastModifiedBy>Abu Zafor</cp:lastModifiedBy>
  <cp:revision>1</cp:revision>
  <dcterms:created xsi:type="dcterms:W3CDTF">2026-08-19T16:29:41Z</dcterms:created>
  <dcterms:modified xsi:type="dcterms:W3CDTF">2026-08-19T16:29:41Z</dcterms:modified>
</cp:coreProperties>
</file>